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>
              <a:defRPr sz="2800">
                <a:latin typeface="Arial"/>
              </a:defRPr>
            </a:pPr>
            <a:r>
              <a:t>فاتورة ضريبية رقم INV-C01136/2026</a:t>
            </a:r>
          </a:p>
          <a:p>
            <a:pPr rtl="1">
              <a:defRPr sz="2800">
                <a:latin typeface="Arial"/>
              </a:defRPr>
            </a:pPr>
            <a:r>
              <a:t>مدة العقد (27/01/2026 - 27/01/2027)</a:t>
            </a:r>
          </a:p>
          <a:p>
            <a:pPr rtl="1">
              <a:defRPr sz="2800">
                <a:latin typeface="Arial"/>
              </a:defRPr>
            </a:pPr>
            <a:r>
              <a:t>الأولوية (FCFS) للحجز</a:t>
            </a:r>
          </a:p>
          <a:p>
            <a:pPr rtl="1">
              <a:defRPr sz="2800">
                <a:latin typeface="Arial"/>
              </a:defRPr>
            </a:pPr>
            <a:r>
              <a:t>الإجمالي 52.17 SR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